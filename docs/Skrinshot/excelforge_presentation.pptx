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11811" y="4691658"/>
            <a:ext cx="104696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011811" y="5095875"/>
            <a:ext cx="1046966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ExcelForge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11811" y="5652492"/>
            <a:ext cx="104696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программа для ETL-обработки Excel через YAML, pandas и GUI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1220" y="3556583"/>
            <a:ext cx="994618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Назначение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3811220" y="3872441"/>
            <a:ext cx="9946182" cy="24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делает программа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1220" y="4296884"/>
            <a:ext cx="9946182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1220" y="4656289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Собирает pipeline из шагов</a:t>
            </a:r>
            <a:endParaRPr lang="en-US" sz="1404" dirty="0"/>
          </a:p>
        </p:txBody>
      </p:sp>
      <p:sp>
        <p:nvSpPr>
          <p:cNvPr id="6" name="Text 4"/>
          <p:cNvSpPr/>
          <p:nvPr/>
        </p:nvSpPr>
        <p:spPr>
          <a:xfrm>
            <a:off x="3811220" y="5024743"/>
            <a:ext cx="9751159" cy="325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ExcelForge описывает загрузку, фильтрацию, объединение, преобразование и сохранение данных в YAML-пайплайне, который затем исполняется через Runner или настраивается в Builder.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1220" y="5495277"/>
            <a:ext cx="9946182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1220" y="5854683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Работает с Excel как с источником и результатом</a:t>
            </a:r>
            <a:endParaRPr lang="en-US" sz="1404" dirty="0"/>
          </a:p>
        </p:txBody>
      </p:sp>
      <p:sp>
        <p:nvSpPr>
          <p:cNvPr id="9" name="Text 7"/>
          <p:cNvSpPr/>
          <p:nvPr/>
        </p:nvSpPr>
        <p:spPr>
          <a:xfrm>
            <a:off x="3811220" y="6223136"/>
            <a:ext cx="9751159" cy="325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Программа загружает листы Excel в DataFrame pandas, выполняет обработку без VBA и может выгружать результат обратно в Excel в разных режимах записи.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1220" y="3201702"/>
            <a:ext cx="994618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Практическая польза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3811220" y="3517560"/>
            <a:ext cx="9946182" cy="24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Почему это ценно в работе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1220" y="3942003"/>
            <a:ext cx="9946182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1220" y="4301408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Снижение ручного труда</a:t>
            </a:r>
            <a:endParaRPr lang="en-US" sz="1404" dirty="0"/>
          </a:p>
        </p:txBody>
      </p:sp>
      <p:sp>
        <p:nvSpPr>
          <p:cNvPr id="6" name="Text 4"/>
          <p:cNvSpPr/>
          <p:nvPr/>
        </p:nvSpPr>
        <p:spPr>
          <a:xfrm>
            <a:off x="3811220" y="4669861"/>
            <a:ext cx="9946182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Повторяющиеся операции над Excel выносятся в переиспользуемый pipeline вместо ручных действий в книге.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1220" y="4977519"/>
            <a:ext cx="9946182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1220" y="5336924"/>
            <a:ext cx="9946182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Повторяемость результата</a:t>
            </a:r>
            <a:endParaRPr lang="en-US" sz="1404" dirty="0"/>
          </a:p>
        </p:txBody>
      </p:sp>
      <p:sp>
        <p:nvSpPr>
          <p:cNvPr id="9" name="Text 7"/>
          <p:cNvSpPr/>
          <p:nvPr/>
        </p:nvSpPr>
        <p:spPr>
          <a:xfrm>
            <a:off x="3811220" y="5705378"/>
            <a:ext cx="9946182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Один и тот же YAML можно запускать снова и получать одинаковую логику обработки с контролируемыми параметрами.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1220" y="6013036"/>
            <a:ext cx="9946182" cy="19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1220" y="6372441"/>
            <a:ext cx="9946182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Порог входа ниже, чем у кода</a:t>
            </a:r>
            <a:endParaRPr lang="en-US" sz="1404" dirty="0"/>
          </a:p>
        </p:txBody>
      </p:sp>
      <p:sp>
        <p:nvSpPr>
          <p:cNvPr id="12" name="Text 10"/>
          <p:cNvSpPr/>
          <p:nvPr/>
        </p:nvSpPr>
        <p:spPr>
          <a:xfrm>
            <a:off x="3811220" y="6740894"/>
            <a:ext cx="9946182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Пользователь управляет шагами через GUI Builder и Runner, а не пишет полноценный Python-скрипт с нуля.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1220" y="3365852"/>
            <a:ext cx="994618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Сценарии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3811220" y="3681710"/>
            <a:ext cx="9946182" cy="24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Где ExcelForge особенно полезен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1220" y="4106153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Сверка и обогащение таблиц</a:t>
            </a:r>
            <a:endParaRPr lang="en-US" sz="1404" dirty="0"/>
          </a:p>
        </p:txBody>
      </p:sp>
      <p:sp>
        <p:nvSpPr>
          <p:cNvPr id="5" name="Text 3"/>
          <p:cNvSpPr/>
          <p:nvPr/>
        </p:nvSpPr>
        <p:spPr>
          <a:xfrm>
            <a:off x="3811220" y="4474607"/>
            <a:ext cx="9946182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Загрузка нескольких Excel-файлов, merge или map_lookup по ключам, перенос недостающих значений и формирование итоговой таблицы для бизнеса.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1220" y="4806866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Подготовка отчетов</a:t>
            </a:r>
            <a:endParaRPr lang="en-US" sz="1404" dirty="0"/>
          </a:p>
        </p:txBody>
      </p:sp>
      <p:sp>
        <p:nvSpPr>
          <p:cNvPr id="7" name="Text 5"/>
          <p:cNvSpPr/>
          <p:nvPr/>
        </p:nvSpPr>
        <p:spPr>
          <a:xfrm>
            <a:off x="3811220" y="5175320"/>
            <a:ext cx="9946182" cy="16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Фильтрация строк, переименование столбцов, агрегация, сортировка и выгрузка результатов в шаблонный или новый Excel-файл.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1220" y="5507578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Массовая обработка типовых выгрузок</a:t>
            </a:r>
            <a:endParaRPr lang="en-US" sz="1404" dirty="0"/>
          </a:p>
        </p:txBody>
      </p:sp>
      <p:sp>
        <p:nvSpPr>
          <p:cNvPr id="9" name="Text 7"/>
          <p:cNvSpPr/>
          <p:nvPr/>
        </p:nvSpPr>
        <p:spPr>
          <a:xfrm>
            <a:off x="3811220" y="5876032"/>
            <a:ext cx="9946182" cy="16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Когда структура входных файлов повторяется, pipeline превращает разрозненные Excel-операции в стандартную процедуру запуска.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1220" y="6208291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Работа с несколькими DataFrame</a:t>
            </a:r>
            <a:endParaRPr lang="en-US" sz="1404" dirty="0"/>
          </a:p>
        </p:txBody>
      </p:sp>
      <p:sp>
        <p:nvSpPr>
          <p:cNvPr id="11" name="Text 9"/>
          <p:cNvSpPr/>
          <p:nvPr/>
        </p:nvSpPr>
        <p:spPr>
          <a:xfrm>
            <a:off x="3811220" y="6576744"/>
            <a:ext cx="9946182" cy="16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Builder позволяет держать и комбинировать несколько DF, включая глобальный контекст для повторного использования между запусками.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1220" y="2448676"/>
            <a:ext cx="994618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Как устроено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3811220" y="2764534"/>
            <a:ext cx="9946182" cy="24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Основной поток работы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1220" y="3188977"/>
            <a:ext cx="9946182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1️⃣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1220" y="3548383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Загрузка</a:t>
            </a:r>
            <a:endParaRPr lang="en-US" sz="1404" dirty="0"/>
          </a:p>
        </p:txBody>
      </p:sp>
      <p:sp>
        <p:nvSpPr>
          <p:cNvPr id="6" name="Text 4"/>
          <p:cNvSpPr/>
          <p:nvPr/>
        </p:nvSpPr>
        <p:spPr>
          <a:xfrm>
            <a:off x="3811220" y="3916836"/>
            <a:ext cx="9946182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load_excel переносит листы Excel в DataFrame.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1220" y="4224494"/>
            <a:ext cx="9946182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2️⃣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1220" y="4583899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Преобразование</a:t>
            </a:r>
            <a:endParaRPr lang="en-US" sz="1404" dirty="0"/>
          </a:p>
        </p:txBody>
      </p:sp>
      <p:sp>
        <p:nvSpPr>
          <p:cNvPr id="9" name="Text 7"/>
          <p:cNvSpPr/>
          <p:nvPr/>
        </p:nvSpPr>
        <p:spPr>
          <a:xfrm>
            <a:off x="3811220" y="4952352"/>
            <a:ext cx="9946182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filtration, query, df_assign, merge, groupby и другие шаги изменяют данные.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1220" y="5260010"/>
            <a:ext cx="9946182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3️⃣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1220" y="5619415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Проверка</a:t>
            </a:r>
            <a:endParaRPr lang="en-US" sz="1404" dirty="0"/>
          </a:p>
        </p:txBody>
      </p:sp>
      <p:sp>
        <p:nvSpPr>
          <p:cNvPr id="12" name="Text 10"/>
          <p:cNvSpPr/>
          <p:nvPr/>
        </p:nvSpPr>
        <p:spPr>
          <a:xfrm>
            <a:off x="3811220" y="5987869"/>
            <a:ext cx="9946182" cy="16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Builder можно тестово исполнять шаги и просматривать DataFrame.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1220" y="6295526"/>
            <a:ext cx="9946182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4️⃣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11220" y="6654932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Выгрузка</a:t>
            </a:r>
            <a:endParaRPr lang="en-US" sz="1404" dirty="0"/>
          </a:p>
        </p:txBody>
      </p:sp>
      <p:sp>
        <p:nvSpPr>
          <p:cNvPr id="15" name="Text 13"/>
          <p:cNvSpPr/>
          <p:nvPr/>
        </p:nvSpPr>
        <p:spPr>
          <a:xfrm>
            <a:off x="3811220" y="7023385"/>
            <a:ext cx="9946182" cy="16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save_excel сохраняет результат в один файл, маскированный набор файлов или листы.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11220" y="7331043"/>
            <a:ext cx="9751159" cy="325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Архитектурно продукт объединяет GUI на PySide6/Qt, YAML-описание пайплайнов, pandas/DataFrame как ядро обработки и Excel как основной формат входа и выхода.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1220" y="2665140"/>
            <a:ext cx="994618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Функции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3811220" y="2980997"/>
            <a:ext cx="9946182" cy="24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Операции, которые покрывает программа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1220" y="3405440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Импорт и экспорт</a:t>
            </a:r>
            <a:endParaRPr lang="en-US" sz="1404" dirty="0"/>
          </a:p>
        </p:txBody>
      </p:sp>
      <p:sp>
        <p:nvSpPr>
          <p:cNvPr id="5" name="Text 3"/>
          <p:cNvSpPr/>
          <p:nvPr/>
        </p:nvSpPr>
        <p:spPr>
          <a:xfrm>
            <a:off x="3811220" y="3773894"/>
            <a:ext cx="9946182" cy="16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Загрузка из Excel, запись в Excel, поддержка шаблонов, масок листов и режимов перезаписи.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1220" y="4106153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Трансформации DF</a:t>
            </a:r>
            <a:endParaRPr lang="en-US" sz="1404" dirty="0"/>
          </a:p>
        </p:txBody>
      </p:sp>
      <p:sp>
        <p:nvSpPr>
          <p:cNvPr id="7" name="Text 5"/>
          <p:cNvSpPr/>
          <p:nvPr/>
        </p:nvSpPr>
        <p:spPr>
          <a:xfrm>
            <a:off x="3811220" y="4474607"/>
            <a:ext cx="9946182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Фильтрация, query, concat, drop rows, transpose, переименование и приведение типов.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1220" y="4806866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Сопоставление и merge</a:t>
            </a:r>
            <a:endParaRPr lang="en-US" sz="1404" dirty="0"/>
          </a:p>
        </p:txBody>
      </p:sp>
      <p:sp>
        <p:nvSpPr>
          <p:cNvPr id="9" name="Text 7"/>
          <p:cNvSpPr/>
          <p:nvPr/>
        </p:nvSpPr>
        <p:spPr>
          <a:xfrm>
            <a:off x="3811220" y="5175320"/>
            <a:ext cx="9946182" cy="16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Объединение таблиц, lookup по ключам, перенос значений и заполнение пустых ячеек.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1220" y="5507578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Агрегации</a:t>
            </a:r>
            <a:endParaRPr lang="en-US" sz="1404" dirty="0"/>
          </a:p>
        </p:txBody>
      </p:sp>
      <p:sp>
        <p:nvSpPr>
          <p:cNvPr id="11" name="Text 9"/>
          <p:cNvSpPr/>
          <p:nvPr/>
        </p:nvSpPr>
        <p:spPr>
          <a:xfrm>
            <a:off x="3811220" y="5876032"/>
            <a:ext cx="9946182" cy="16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groupby, суммирование, сводные операции и подготовка компактных отчетных наборов.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11220" y="6208291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Параметры через GUI</a:t>
            </a:r>
            <a:endParaRPr lang="en-US" sz="1404" dirty="0"/>
          </a:p>
        </p:txBody>
      </p:sp>
      <p:sp>
        <p:nvSpPr>
          <p:cNvPr id="13" name="Text 11"/>
          <p:cNvSpPr/>
          <p:nvPr/>
        </p:nvSpPr>
        <p:spPr>
          <a:xfrm>
            <a:off x="3811220" y="6576744"/>
            <a:ext cx="9946182" cy="16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fileOpenDialog, глобальные настройки и редактирование параметров шагов без ручного редактирования YAML.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11220" y="6909003"/>
            <a:ext cx="9946182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Диагностика</a:t>
            </a:r>
            <a:endParaRPr lang="en-US" sz="1404" dirty="0"/>
          </a:p>
        </p:txBody>
      </p:sp>
      <p:sp>
        <p:nvSpPr>
          <p:cNvPr id="15" name="Text 13"/>
          <p:cNvSpPr/>
          <p:nvPr/>
        </p:nvSpPr>
        <p:spPr>
          <a:xfrm>
            <a:off x="3811220" y="7277457"/>
            <a:ext cx="9946182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Просмотр предпросмотра DataFrame, тестовый запуск шагов и лог выполнения для контроля результата.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www.perplexity.ai/search/2026-05-24_17-30-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1220" y="4631687"/>
            <a:ext cx="2615654" cy="180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1220" y="3891387"/>
            <a:ext cx="994618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Интерфейс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3811220" y="4207245"/>
            <a:ext cx="9946182" cy="24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Что показывают экраны программы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11220" y="4982044"/>
            <a:ext cx="9946182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Builder</a:t>
            </a:r>
            <a:endParaRPr lang="en-US" sz="1404" dirty="0"/>
          </a:p>
        </p:txBody>
      </p:sp>
      <p:sp>
        <p:nvSpPr>
          <p:cNvPr id="6" name="Text 3"/>
          <p:cNvSpPr/>
          <p:nvPr/>
        </p:nvSpPr>
        <p:spPr>
          <a:xfrm>
            <a:off x="3811220" y="5350497"/>
            <a:ext cx="9946182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Конструктор позволяет видеть шаги пайплайна, редактировать параметры, запускать тестовый прогон и открывать документацию по шагу.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11220" y="5682756"/>
            <a:ext cx="9946182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Просмотр данных</a:t>
            </a:r>
            <a:endParaRPr lang="en-US" sz="1404" dirty="0"/>
          </a:p>
        </p:txBody>
      </p:sp>
      <p:sp>
        <p:nvSpPr>
          <p:cNvPr id="8" name="Text 5"/>
          <p:cNvSpPr/>
          <p:nvPr/>
        </p:nvSpPr>
        <p:spPr>
          <a:xfrm>
            <a:off x="3811220" y="6051210"/>
            <a:ext cx="9946182" cy="16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Окно DataFrame показывает доступные DF, колонки, фильтр и фрагмент таблицы, что ускоряет проверку качества данных перед выгрузкой.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www.perplexity.ai/search/2026-05-24_17-31-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1220" y="5987162"/>
            <a:ext cx="3553048" cy="180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1220" y="4082117"/>
            <a:ext cx="994618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Кейс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3811220" y="4397975"/>
            <a:ext cx="9946182" cy="24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Пример практического сценария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11220" y="4822418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Сверка ВПР-таблиц без ручного Excel</a:t>
            </a:r>
            <a:endParaRPr lang="en-US" sz="1404" dirty="0"/>
          </a:p>
        </p:txBody>
      </p:sp>
      <p:sp>
        <p:nvSpPr>
          <p:cNvPr id="6" name="Text 3"/>
          <p:cNvSpPr/>
          <p:nvPr/>
        </p:nvSpPr>
        <p:spPr>
          <a:xfrm>
            <a:off x="3811220" y="5190872"/>
            <a:ext cx="9751159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Загружаются две Excel-таблицы как table1 и table2.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Шаг df_assign с map_lookup ищет совпадения по ключу.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целевой DF добавляются столбцы с остаточной стоимостью и новым полем.</a:t>
            </a:r>
            <a:endParaRPr lang="en-US" sz="1200" dirty="0"/>
          </a:p>
          <a:p>
            <a:pPr marL="342900" indent="-342900">
              <a:lnSpc>
                <a:spcPts val="1080"/>
              </a:lnSpc>
              <a:buSzPct val="100000"/>
              <a:buChar char="•"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 сохраняется в итоговый XLSX и сразу проверяется через просмотр DF.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1220" y="3201702"/>
            <a:ext cx="994618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Целевая аудитория</a:t>
            </a:r>
            <a:endParaRPr lang="en-US" sz="960" dirty="0"/>
          </a:p>
        </p:txBody>
      </p:sp>
      <p:sp>
        <p:nvSpPr>
          <p:cNvPr id="3" name="Text 1"/>
          <p:cNvSpPr/>
          <p:nvPr/>
        </p:nvSpPr>
        <p:spPr>
          <a:xfrm>
            <a:off x="3811220" y="3517560"/>
            <a:ext cx="9946182" cy="24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Кому подходит ExcelForge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1220" y="3942003"/>
            <a:ext cx="9946182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1220" y="4301408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Бизнес-аналитикам</a:t>
            </a:r>
            <a:endParaRPr lang="en-US" sz="1404" dirty="0"/>
          </a:p>
        </p:txBody>
      </p:sp>
      <p:sp>
        <p:nvSpPr>
          <p:cNvPr id="6" name="Text 4"/>
          <p:cNvSpPr/>
          <p:nvPr/>
        </p:nvSpPr>
        <p:spPr>
          <a:xfrm>
            <a:off x="3811220" y="4669861"/>
            <a:ext cx="9946182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Для регулярной подготовки отчетов, очистки выгрузок и стыковки данных из разных Excel-источников.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1220" y="4977519"/>
            <a:ext cx="9946182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🛠️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1220" y="5336924"/>
            <a:ext cx="9946182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ИТ и внутренним разработчикам</a:t>
            </a:r>
            <a:endParaRPr lang="en-US" sz="1404" dirty="0"/>
          </a:p>
        </p:txBody>
      </p:sp>
      <p:sp>
        <p:nvSpPr>
          <p:cNvPr id="9" name="Text 7"/>
          <p:cNvSpPr/>
          <p:nvPr/>
        </p:nvSpPr>
        <p:spPr>
          <a:xfrm>
            <a:off x="3811220" y="5705378"/>
            <a:ext cx="9946182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Для стандартизации ETL-процедур без написания отдельного настольного приложения под каждый кейс.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1220" y="6013036"/>
            <a:ext cx="9946182" cy="19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11220" y="6372441"/>
            <a:ext cx="9946182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Пользователям Excel с продвинутыми задачами</a:t>
            </a:r>
            <a:endParaRPr lang="en-US" sz="1404" dirty="0"/>
          </a:p>
        </p:txBody>
      </p:sp>
      <p:sp>
        <p:nvSpPr>
          <p:cNvPr id="12" name="Text 10"/>
          <p:cNvSpPr/>
          <p:nvPr/>
        </p:nvSpPr>
        <p:spPr>
          <a:xfrm>
            <a:off x="3811220" y="6740894"/>
            <a:ext cx="9946182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Когда возможностей формул и ручных операций уже не хватает, но нужен понятный GUI и сценарный подход.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1220" y="4478566"/>
            <a:ext cx="9751159" cy="126683"/>
          </a:xfrm>
          <a:prstGeom prst="roundRect">
            <a:avLst>
              <a:gd name="adj" fmla="val 72107986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1220" y="4768125"/>
            <a:ext cx="9751159" cy="126683"/>
          </a:xfrm>
          <a:prstGeom prst="roundRect">
            <a:avLst>
              <a:gd name="adj" fmla="val 72107986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1220" y="5057685"/>
            <a:ext cx="9751159" cy="126682"/>
          </a:xfrm>
          <a:prstGeom prst="roundRect">
            <a:avLst>
              <a:gd name="adj" fmla="val 72108555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1220" y="5885081"/>
            <a:ext cx="9751159" cy="126682"/>
          </a:xfrm>
          <a:prstGeom prst="roundRect">
            <a:avLst>
              <a:gd name="adj" fmla="val 72108555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1220" y="6174641"/>
            <a:ext cx="9751159" cy="126682"/>
          </a:xfrm>
          <a:prstGeom prst="roundRect">
            <a:avLst>
              <a:gd name="adj" fmla="val 72108555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1220" y="6464201"/>
            <a:ext cx="9751159" cy="126682"/>
          </a:xfrm>
          <a:prstGeom prst="roundRect">
            <a:avLst>
              <a:gd name="adj" fmla="val 72108555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11220" y="3206934"/>
            <a:ext cx="994618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Преимущества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3811220" y="3522791"/>
            <a:ext cx="9946182" cy="24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Ключевые отличия от ручной обработки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11220" y="3947234"/>
            <a:ext cx="994618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Ручная работа в Excel</a:t>
            </a:r>
            <a:endParaRPr lang="en-US" sz="1404" dirty="0"/>
          </a:p>
        </p:txBody>
      </p:sp>
      <p:sp>
        <p:nvSpPr>
          <p:cNvPr id="11" name="Text 9"/>
          <p:cNvSpPr/>
          <p:nvPr/>
        </p:nvSpPr>
        <p:spPr>
          <a:xfrm>
            <a:off x="3811220" y="4315688"/>
            <a:ext cx="958738" cy="153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Повторяемость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1159" y="4315688"/>
            <a:ext cx="447064" cy="153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Низкая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1220" y="4605248"/>
            <a:ext cx="1757253" cy="153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Скорость на типовой задаче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34017" y="4605248"/>
            <a:ext cx="525950" cy="153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Средняя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11220" y="4894808"/>
            <a:ext cx="1291008" cy="153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Прозрачность шагов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6914" y="4894808"/>
            <a:ext cx="351306" cy="153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Ниже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11220" y="5353749"/>
            <a:ext cx="9946182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ExcelForge</a:t>
            </a:r>
            <a:endParaRPr lang="en-US" sz="1404" dirty="0"/>
          </a:p>
        </p:txBody>
      </p:sp>
      <p:sp>
        <p:nvSpPr>
          <p:cNvPr id="18" name="Text 16"/>
          <p:cNvSpPr/>
          <p:nvPr/>
        </p:nvSpPr>
        <p:spPr>
          <a:xfrm>
            <a:off x="3811220" y="5722203"/>
            <a:ext cx="958738" cy="153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Повторяемость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1159" y="5722203"/>
            <a:ext cx="540083" cy="153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Высокая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11220" y="6011763"/>
            <a:ext cx="1757253" cy="153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Скорость на типовой задаче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4017" y="6011763"/>
            <a:ext cx="540083" cy="153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Высокая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11220" y="6301323"/>
            <a:ext cx="1291008" cy="153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Прозрачность шагов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6914" y="6301323"/>
            <a:ext cx="540083" cy="153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Высокая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11220" y="6735663"/>
            <a:ext cx="9946182" cy="162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Смысл продукта не в том, чтобы заменить Excel, а в том, чтобы сделать обработку Excel-данных управляемой, сценарной и воспроизводимой.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1220" y="4516175"/>
            <a:ext cx="9946182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811220" y="4886325"/>
            <a:ext cx="9946182" cy="24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ExcelForge помогает превратить Excel-операции в управляемый ETL-процесс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1220" y="5310768"/>
            <a:ext cx="9946182" cy="16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EEF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yaml-сценарии · визуальный builder · повторяемый результат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2026-05-24T14:41:32Z</dcterms:created>
  <dcterms:modified xsi:type="dcterms:W3CDTF">2026-05-24T14:41:32Z</dcterms:modified>
</cp:coreProperties>
</file>